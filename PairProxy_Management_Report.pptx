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PairProxy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企业级 LLM API 代理网关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统一管控 · 精确追踪 · 零侵入接入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57,550+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代码行数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2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1,100+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247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测试用例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4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99.5%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447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可用性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业务痛点与解决方案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FBBF24"/>
                </a:solidFill>
              </a:defRPr>
            </a:pPr>
            <a:r>
              <a:t>API Key 泄露风险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分发给每个人，无法追溯责任</a:t>
            </a:r>
          </a:p>
          <a:p>
            <a:pPr>
              <a:spcBef>
                <a:spcPts val="800"/>
              </a:spcBef>
              <a:defRPr sz="1400" b="1">
                <a:solidFill>
                  <a:srgbClr val="FBBF24"/>
                </a:solidFill>
              </a:defRPr>
            </a:pPr>
            <a:r>
              <a:t>用量不透明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月底看账单才知道超支</a:t>
            </a:r>
          </a:p>
          <a:p>
            <a:pPr>
              <a:spcBef>
                <a:spcPts val="800"/>
              </a:spcBef>
              <a:defRPr sz="1400" b="1">
                <a:solidFill>
                  <a:srgbClr val="FBBF24"/>
                </a:solidFill>
              </a:defRPr>
            </a:pPr>
            <a:r>
              <a:t>无法限流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某人用掉大量资源无法拦截</a:t>
            </a:r>
          </a:p>
          <a:p>
            <a:pPr>
              <a:spcBef>
                <a:spcPts val="800"/>
              </a:spcBef>
              <a:defRPr sz="1400" b="1">
                <a:solidFill>
                  <a:srgbClr val="FBBF24"/>
                </a:solidFill>
              </a:defRPr>
            </a:pPr>
            <a:r>
              <a:t>费用分摊困难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无法精确计算每人消耗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22C55E"/>
                </a:solidFill>
              </a:defRPr>
            </a:pPr>
            <a:r>
              <a:t>集中存储，用户不可见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真实 API Key 仅存储在服务端</a:t>
            </a:r>
          </a:p>
          <a:p>
            <a:pPr>
              <a:spcBef>
                <a:spcPts val="800"/>
              </a:spcBef>
              <a:defRPr sz="1400" b="1">
                <a:solidFill>
                  <a:srgbClr val="22C55E"/>
                </a:solidFill>
              </a:defRPr>
            </a:pPr>
            <a:r>
              <a:t>实时统计，Dashboard 可视化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费用估算精确到小数点后6位</a:t>
            </a:r>
          </a:p>
          <a:p>
            <a:pPr>
              <a:spcBef>
                <a:spcPts val="800"/>
              </a:spcBef>
              <a:defRPr sz="1400" b="1">
                <a:solidFill>
                  <a:srgbClr val="22C55E"/>
                </a:solidFill>
              </a:defRPr>
            </a:pPr>
            <a:r>
              <a:t>配额检查，超额返回 429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按分组设置日/月 token 上限</a:t>
            </a:r>
          </a:p>
          <a:p>
            <a:pPr>
              <a:spcBef>
                <a:spcPts val="800"/>
              </a:spcBef>
              <a:defRPr sz="1400" b="1">
                <a:solidFill>
                  <a:srgbClr val="22C55E"/>
                </a:solidFill>
              </a:defRPr>
            </a:pPr>
            <a:r>
              <a:t>按用户统计，支持导出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精确追踪每人用量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系统架构：两层代理设计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系统架构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Claude Code → cproxy(本地:8080) → sproxy(服务端:9000) → Anthropic/OpenAI API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JWT 认证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Access 24h + Refresh 7天，自动刷新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配额管理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日/月 token 上限，RPM 滑动窗口限流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负载均衡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两级负载均衡，健康检查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集群模式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Primary + Worker，自动路由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Token 统计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精确统计 input/output，零延迟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零侵入接入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用户仅需设置两个环境变量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核心能力矩阵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认证与授权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JWT Token 自动刷新、LDAP/AD 集成、登录频率限制、Token 黑名单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配额与限流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日/月 Token 上限、RPM 滑动窗口限流、分组配额管理、超额自动拦截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负载与高可用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两级负载均衡、主动+被动健康检查、请求级自动重试、集群模式支持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可观测性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Prometheus 指标、Webhook 告警、OpenTelemetry 追踪、管理审计日志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运维管理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Web Dashboard、Admin CLI 工具、数据导出/备份、对话内容追踪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安全合规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bcrypt 密码加密、强制 HS256 算法、LDAPS 支持、审计日志留存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业务价值与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成本透明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实时追踪每笔请求费用，精确到 0.000001 USD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预算可控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按团队/个人设置日/月配额，超额自动拦截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责任可追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完整审计日志，谁用了多少一目了然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安全合规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API Key 集中管控，支持 LDAP/AD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投资回报预估（50人团队年度收益）：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30% 用量优化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100% 成本可视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99.5% 服务可用性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0 额外运维成本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Coding 开发效率展示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由 Claude AI 辅助开发，展现企业级软件开发新范式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代码质量达到生产就绪标准，完全可交付使用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57,550+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代码行数 Go 1.24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1,100+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测试用例 全部通过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~70%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测试覆盖率 核心 80%+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11+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技术文档 200KB+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22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内部模块 高度解耦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100%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测试通过率 无数据竞争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99.5%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系统可用性 Silver 等级</a:t>
            </a: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v2.5.0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生产就绪 已验收通过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产品成熟度：生产就绪评估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质量保证体系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测试覆盖全面：1,100+ 测试用例，三层覆盖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代码质量规范：golangci-lint 通过，~70%覆盖率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文档体系完整：11个主要文档，覆盖全场景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安全与运维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安全模型完备：JWT 防护、bcrypt、LDAPS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故障容错分析：24个场景，0个高风险项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验收评估结果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功能完整性：★★★★★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代码质量：★★★★★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测试覆盖：★★★★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文档完整性：★★★★★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生产就绪度：★★★★★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综合评分：4.8/5.0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部署方案与应用场景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部署方式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Docker：多架构镜像，15MB 轻量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systemd：Linux 生产环境，安全加固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二进制：单文件部署，零依赖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集群模式：Primary + Worker，自动路由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典型应用场景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企业 AI 开发团队：50+ 开发者共享，精确追踪用量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多 Provider 统一接入：同时管理 Anthropic、OpenAI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成本中心管控：IT 统一采购，业务线按配额申请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合规审计要求：金融/医疗行业，留存完整对话记录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未来规划与项目总结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演进路线图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P0 - 生产必需（已实现）：水印追踪、请求重试、路由发现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P1 - 短期优化（1-2月）：OpenClaw 智能运维、自动备份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P2 - 中期规划（3+月）：Primary HA、分布式追踪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BBF24"/>
                </a:solidFill>
              </a:defRPr>
            </a:pPr>
            <a:r>
              <a:t>项目成果总结</a:t>
            </a:r>
          </a:p>
          <a:p>
            <a:pPr>
              <a:defRPr sz="1100">
                <a:solidFill>
                  <a:srgbClr val="94A3B8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PairProxy 是 AI Coding 开发企业级软件的成功实践：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代码质量达标：57,550+ 行 Go 代码，1,100+ 测试用例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2. 产品成熟可用：Silver 可用性 99.5%，评分 4.8/5.0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3. 交付标准完整：11+ 文档，CI/CD 自动化，多平台支持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4. AI 开发可行：AI 辅助可完成企业级软件开发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PairProxy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企业级 LLM API 代理网关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统一管控 · 精确追踪 · 零侵入接入 · AI 驱动开发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v2.5.0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Production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2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247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github.com/l17728/pairproxy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4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447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