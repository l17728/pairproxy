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7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54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PairProxy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工具穿刺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项目价值与研发效率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Claude Code 透明代理 | 1人 × 8天 × Claude AI 驱动开发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业务价值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840480" cy="438912"/>
          </a:xfrm>
          <a:prstGeom prst="rect">
            <a:avLst/>
          </a:prstGeom>
          <a:solidFill>
            <a:srgbClr val="CADCFC">
              <a:alpha val="15000"/>
            </a:srgbClr>
          </a:solidFill>
          <a:ln w="635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安全合规（</a:t>
            </a: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Key </a:t>
            </a:r>
            <a:r>
              <a:rPr lang="en-US" altLang="zh-CN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统一管控</a:t>
            </a: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47672"/>
            <a:ext cx="33832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企业级密钥管理，</a:t>
            </a:r>
            <a:r>
              <a:rPr lang="en-US" altLang="zh-CN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r>
              <a:rPr lang="zh-CN" alt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认证、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用户无感知</a:t>
            </a:r>
            <a:r>
              <a:rPr lang="zh-CN" alt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altLang="zh-CN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840480" cy="438912"/>
          </a:xfrm>
          <a:prstGeom prst="rect">
            <a:avLst/>
          </a:prstGeom>
          <a:solidFill>
            <a:srgbClr val="CADCFC">
              <a:alpha val="15000"/>
            </a:srgbClr>
          </a:solidFill>
          <a:ln w="635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40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预算可控（</a:t>
            </a: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</a:t>
            </a: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</a:t>
            </a:r>
            <a:r>
              <a:rPr lang="en-US" altLang="zh-CN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计费</a:t>
            </a: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zh-CN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505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实时统计用量，透明费用追踪</a:t>
            </a:r>
            <a:r>
              <a:rPr lang="zh-CN" alt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，限流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3840480" cy="438912"/>
          </a:xfrm>
          <a:prstGeom prst="rect">
            <a:avLst/>
          </a:prstGeom>
          <a:solidFill>
            <a:srgbClr val="CADCFC">
              <a:alpha val="15000"/>
            </a:srgbClr>
          </a:solidFill>
          <a:ln w="635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协议自动转换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95351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CLI → Ollama/OpenAI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840480" cy="438912"/>
          </a:xfrm>
          <a:prstGeom prst="rect">
            <a:avLst/>
          </a:prstGeom>
          <a:solidFill>
            <a:srgbClr val="CADCFC">
              <a:alpha val="15000"/>
            </a:srgbClr>
          </a:solidFill>
          <a:ln w="635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246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企业级集成</a:t>
            </a:r>
            <a:r>
              <a:rPr lang="zh-CN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、责任可追（审计日志）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4564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LDAP/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AD、集群</a:t>
            </a:r>
            <a:r>
              <a:rPr lang="zh-CN" alt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负载均衡</a:t>
            </a: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zh-CN" alt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故障恢复、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告警全支持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1234440"/>
            <a:ext cx="73152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研发效率突破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80560" y="1691640"/>
            <a:ext cx="20116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8056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14.8万+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48056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行代码</a:t>
            </a:r>
            <a:r>
              <a:rPr lang="zh-CN" alt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altLang="zh-CN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r>
              <a:rPr lang="zh-CN" alt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万）</a:t>
            </a: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r>
              <a:rPr lang="zh-CN" alt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629400" y="1691640"/>
            <a:ext cx="20116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2940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62940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</a:t>
            </a:r>
            <a:r>
              <a:rPr lang="en-US" altLang="zh-CN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1868</a:t>
            </a:r>
            <a:r>
              <a:rPr lang="zh-CN" alt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1100" b="1" dirty="0" err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测试覆盖率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80560" y="2697480"/>
            <a:ext cx="20116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8056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480560" y="3246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629400" y="2697480"/>
            <a:ext cx="20116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2940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629400" y="3246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文档文件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480560" y="3749040"/>
            <a:ext cx="4160520" cy="6858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38404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传统开发预估: 2-3人月 → AI驱动: 1人8天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0" y="409651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 10x+ | 代码质量不妥协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技术栈与自动化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200" y="41148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 后端 | SQLite + GORM | JWT 认证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3434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Actions CI/CD 自动化流水线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5720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Docker 多架构镜像 | systemd 生产部署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Prometheus 指标 | OpenTelemetry 追踪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  |  Claude AI 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辅助开发示范</a:t>
            </a:r>
            <a:r>
              <a:rPr lang="zh-CN" alt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160</Words>
  <Application>Microsoft Office PowerPoint</Application>
  <PresentationFormat>全屏显示(16:9)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Arial Black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PairProxy 项目价值与研发效率</dc:title>
  <dc:subject>PptxGenJS Presentation</dc:subject>
  <dc:creator>Claude AI</dc:creator>
  <cp:lastModifiedBy>HW</cp:lastModifiedBy>
  <cp:revision>15</cp:revision>
  <dcterms:created xsi:type="dcterms:W3CDTF">2026-03-16T08:19:48Z</dcterms:created>
  <dcterms:modified xsi:type="dcterms:W3CDTF">2026-03-16T09:53:34Z</dcterms:modified>
</cp:coreProperties>
</file>