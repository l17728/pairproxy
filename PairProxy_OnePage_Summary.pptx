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PairProxy - 企业级 LLM API 代理网关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B82F6"/>
                </a:solidFill>
              </a:defRPr>
            </a:pPr>
            <a:r>
              <a:t>统一管控 · 精确追踪 · 零侵入接入 · AI 驱动开发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📊 核心数据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64,000+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8288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Go 代码行数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1,100+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2402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测试用例 全部通过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~70%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6517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测试覆盖率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v2.5.0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0632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Production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⚡ 核心能力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JWT 认证 + LDAP/AD 集成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1284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日/月 Token 配额 + RPM 限流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968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两级负载均衡 + 健康检查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8094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实时费用统计 +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64991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对话内容追踪 + 审计日志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4903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集群模式 + 自动故障恢复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💼 业务价值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成本透明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08483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精确到 0.000001 USD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423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预算可控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679191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超额自动拦截 (429)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017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责任可追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2735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完整审计日志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6118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安全合规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67911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API Key 集中管控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🔄 系统架构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Claude Code → cproxy(本地:8080) → sproxy(服务端:9000) → Anthropic / OpenAI / Ollama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447" y="5486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99.5%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447" y="5943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可用性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2647" y="5486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4.8/5.0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2647" y="5943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成熟度评分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5847" y="5486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50+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5847" y="5943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团队规模支持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9047" y="5486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Apache 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9047" y="5943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开源协议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github.com/l17728/pairproxy | AI Coding 开发企业级软件的成功实践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